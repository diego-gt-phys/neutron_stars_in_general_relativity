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C0710-6F89-46E0-995B-1B206652FFE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23D9F-179D-44CD-B66E-F3515FC2AB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1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46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0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3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4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27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1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0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7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0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1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Imagen 4" descr="Imagen que contiene estrella, cielo&#10;&#10;El contenido generado por IA puede ser incorrecto.">
            <a:extLst>
              <a:ext uri="{FF2B5EF4-FFF2-40B4-BE49-F238E27FC236}">
                <a16:creationId xmlns:a16="http://schemas.microsoft.com/office/drawing/2014/main" id="{B5B1DE33-D5FB-FF43-D39A-BBA79F7BA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" b="66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2155"/>
            <a:ext cx="12191999" cy="115584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A98988-26FA-D76F-627B-528BB9D73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2" y="5865805"/>
            <a:ext cx="7518195" cy="80785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200"/>
              <a:t>Neutron Stars in General Relativity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07D411-C75E-4D89-B910-41A29A8F6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9894" y="5865805"/>
            <a:ext cx="3636749" cy="807857"/>
          </a:xfrm>
        </p:spPr>
        <p:txBody>
          <a:bodyPr anchor="ctr">
            <a:normAutofit/>
          </a:bodyPr>
          <a:lstStyle/>
          <a:p>
            <a:pPr algn="r"/>
            <a:r>
              <a:rPr lang="en-US" sz="1700" dirty="0"/>
              <a:t>Gravitation Seminars - 11/12/2025</a:t>
            </a:r>
          </a:p>
          <a:p>
            <a:pPr algn="r"/>
            <a:r>
              <a:rPr lang="en-US" sz="1700" dirty="0"/>
              <a:t>Diego García Tejada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F32F7B-3250-A16C-13CF-57F728E04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2438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E8DCB-6F40-A3E0-5DE3-7510A3C2A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758348" y="6276696"/>
            <a:ext cx="7315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200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864CB-A7FC-303A-3410-C6F781C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BC4728-C349-EE80-DA66-549C61AC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337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Avenir Next LT Pro</vt:lpstr>
      <vt:lpstr>Calibri</vt:lpstr>
      <vt:lpstr>AccentBoxVTI</vt:lpstr>
      <vt:lpstr>Neutron Stars in General Relativity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Garcia Tejada</dc:creator>
  <cp:lastModifiedBy>Diego Garcia Tejada</cp:lastModifiedBy>
  <cp:revision>1</cp:revision>
  <dcterms:created xsi:type="dcterms:W3CDTF">2025-12-07T20:23:51Z</dcterms:created>
  <dcterms:modified xsi:type="dcterms:W3CDTF">2025-12-07T20:36:25Z</dcterms:modified>
</cp:coreProperties>
</file>